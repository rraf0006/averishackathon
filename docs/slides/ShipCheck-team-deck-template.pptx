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58d0743c940aa" /><Relationship Type="http://schemas.openxmlformats.org/officeDocument/2006/relationships/extended-properties" Target="/docProps/app.xml" Id="R6ec8340495074389" /><Relationship Type="http://schemas.openxmlformats.org/officeDocument/2006/relationships/officeDocument" Target="/ppt/presentation.xml" Id="Ra7c44a9cde78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2a342cf8a344d8"/>
  </p:sldMasterIdLst>
  <p:notesMasterIdLst>
    <p:notesMasterId xmlns:r="http://schemas.openxmlformats.org/officeDocument/2006/relationships" r:id="Racc346efe0674eeb"/>
  </p:notesMasterIdLst>
  <p:sldIdLst>
    <p:sldId xmlns:r="http://schemas.openxmlformats.org/officeDocument/2006/relationships" id="256" r:id="Rc22f56f952d24d77"/>
    <p:sldId xmlns:r="http://schemas.openxmlformats.org/officeDocument/2006/relationships" id="257" r:id="Rf0fb0a69ed7e4528"/>
    <p:sldId xmlns:r="http://schemas.openxmlformats.org/officeDocument/2006/relationships" id="258" r:id="R3ec40cf9b526493a"/>
    <p:sldId xmlns:r="http://schemas.openxmlformats.org/officeDocument/2006/relationships" id="259" r:id="R22a1ccb11cd540b0"/>
    <p:sldId xmlns:r="http://schemas.openxmlformats.org/officeDocument/2006/relationships" id="260" r:id="R2cf79d74b6e74b87"/>
    <p:sldId xmlns:r="http://schemas.openxmlformats.org/officeDocument/2006/relationships" id="261" r:id="R0aa89aeda12f47f7"/>
    <p:sldId xmlns:r="http://schemas.openxmlformats.org/officeDocument/2006/relationships" id="262" r:id="Rd38831eb391f4aef"/>
    <p:sldId xmlns:r="http://schemas.openxmlformats.org/officeDocument/2006/relationships" id="263" r:id="Re8dc7fe0463f46d5"/>
    <p:sldId xmlns:r="http://schemas.openxmlformats.org/officeDocument/2006/relationships" id="264" r:id="R75edd502061c4291"/>
    <p:sldId xmlns:r="http://schemas.openxmlformats.org/officeDocument/2006/relationships" id="265" r:id="R236b1aa59cba41bf"/>
    <p:sldId xmlns:r="http://schemas.openxmlformats.org/officeDocument/2006/relationships" id="266" r:id="Ra4a2f135958148d2"/>
    <p:sldId xmlns:r="http://schemas.openxmlformats.org/officeDocument/2006/relationships" id="267" r:id="Rdf45970c577e4a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6c29214dd04bc0" /><Relationship Type="http://schemas.openxmlformats.org/officeDocument/2006/relationships/slideMaster" Target="/ppt/slideMasters/slideMaster1.xml" Id="R5e2a342cf8a344d8" /><Relationship Type="http://schemas.openxmlformats.org/officeDocument/2006/relationships/notesMaster" Target="/ppt/notesMasters/notesMaster1.xml" Id="Racc346efe0674eeb" /><Relationship Type="http://schemas.openxmlformats.org/officeDocument/2006/relationships/presProps" Target="/ppt/presProps.xml" Id="R0cf98b40db274a1b" /><Relationship Type="http://schemas.openxmlformats.org/officeDocument/2006/relationships/tableStyles" Target="/ppt/tableStyles.xml" Id="Rde68142e22c74bea" /><Relationship Type="http://schemas.openxmlformats.org/officeDocument/2006/relationships/slide" Target="/ppt/slides/slide1.xml" Id="Rc22f56f952d24d77" /><Relationship Type="http://schemas.openxmlformats.org/officeDocument/2006/relationships/slide" Target="/ppt/slides/slide2.xml" Id="Rf0fb0a69ed7e4528" /><Relationship Type="http://schemas.openxmlformats.org/officeDocument/2006/relationships/slide" Target="/ppt/slides/slide3.xml" Id="R3ec40cf9b526493a" /><Relationship Type="http://schemas.openxmlformats.org/officeDocument/2006/relationships/slide" Target="/ppt/slides/slide4.xml" Id="R22a1ccb11cd540b0" /><Relationship Type="http://schemas.openxmlformats.org/officeDocument/2006/relationships/slide" Target="/ppt/slides/slide5.xml" Id="R2cf79d74b6e74b87" /><Relationship Type="http://schemas.openxmlformats.org/officeDocument/2006/relationships/slide" Target="/ppt/slides/slide6.xml" Id="R0aa89aeda12f47f7" /><Relationship Type="http://schemas.openxmlformats.org/officeDocument/2006/relationships/slide" Target="/ppt/slides/slide7.xml" Id="Rd38831eb391f4aef" /><Relationship Type="http://schemas.openxmlformats.org/officeDocument/2006/relationships/slide" Target="/ppt/slides/slide8.xml" Id="Re8dc7fe0463f46d5" /><Relationship Type="http://schemas.openxmlformats.org/officeDocument/2006/relationships/slide" Target="/ppt/slides/slide9.xml" Id="R75edd502061c4291" /><Relationship Type="http://schemas.openxmlformats.org/officeDocument/2006/relationships/slide" Target="/ppt/slides/slide10.xml" Id="R236b1aa59cba41bf" /><Relationship Type="http://schemas.openxmlformats.org/officeDocument/2006/relationships/slide" Target="/ppt/slides/slide11.xml" Id="Ra4a2f135958148d2" /><Relationship Type="http://schemas.openxmlformats.org/officeDocument/2006/relationships/slide" Target="/ppt/slides/slide12.xml" Id="Rdf45970c577e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bafb1b4451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0388cf56bc4e95" /><Relationship Type="http://schemas.openxmlformats.org/officeDocument/2006/relationships/notesMaster" Target="/ppt/notesMasters/notesMaster1.xml" Id="R20c8856b345f4a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41f1e8ce14cc7" /><Relationship Type="http://schemas.openxmlformats.org/officeDocument/2006/relationships/notesMaster" Target="/ppt/notesMasters/notesMaster1.xml" Id="Rdc15a48a5f5945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c84ac74a4458b" /><Relationship Type="http://schemas.openxmlformats.org/officeDocument/2006/relationships/notesMaster" Target="/ppt/notesMasters/notesMaster1.xml" Id="Rb30aebcbd76841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e50662dbb4fd5" /><Relationship Type="http://schemas.openxmlformats.org/officeDocument/2006/relationships/notesMaster" Target="/ppt/notesMasters/notesMaster1.xml" Id="R061db18cffa841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14dfc3a6354b53" /><Relationship Type="http://schemas.openxmlformats.org/officeDocument/2006/relationships/notesMaster" Target="/ppt/notesMasters/notesMaster1.xml" Id="R7f6ccedff7964a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bb2ca75d244ace" /><Relationship Type="http://schemas.openxmlformats.org/officeDocument/2006/relationships/notesMaster" Target="/ppt/notesMasters/notesMaster1.xml" Id="Rb51e51f357d546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caa9cd79e54a56" /><Relationship Type="http://schemas.openxmlformats.org/officeDocument/2006/relationships/notesMaster" Target="/ppt/notesMasters/notesMaster1.xml" Id="R3eca1cfb621b41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c005af95c14d06" /><Relationship Type="http://schemas.openxmlformats.org/officeDocument/2006/relationships/notesMaster" Target="/ppt/notesMasters/notesMaster1.xml" Id="Rf72c2cbb56d241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d38090de3b4b54" /><Relationship Type="http://schemas.openxmlformats.org/officeDocument/2006/relationships/notesMaster" Target="/ppt/notesMasters/notesMaster1.xml" Id="R2d706588193a48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673e8917f5421f" /><Relationship Type="http://schemas.openxmlformats.org/officeDocument/2006/relationships/notesMaster" Target="/ppt/notesMasters/notesMaster1.xml" Id="Rab01a100987c48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e918876892420c" /><Relationship Type="http://schemas.openxmlformats.org/officeDocument/2006/relationships/notesMaster" Target="/ppt/notesMasters/notesMaster1.xml" Id="Rcd19e483f4de4b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0035f0a73449bf" /><Relationship Type="http://schemas.openxmlformats.org/officeDocument/2006/relationships/notesMaster" Target="/ppt/notesMasters/notesMaster1.xml" Id="R740464402fd244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Charvhi contribution: multilingual rules, labels and tests implemented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captured from the locally running ShipCheck prototype after UI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slide. Content owner is shown in the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ea3fcd3da2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6c059d8c447c2" /><Relationship Type="http://schemas.openxmlformats.org/officeDocument/2006/relationships/slideLayout" Target="/ppt/slideLayouts/slideLayout1.xml" Id="R8bb6744a775b4b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b6744a775b4b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8dda3479147e9" /><Relationship Type="http://schemas.openxmlformats.org/officeDocument/2006/relationships/notesSlide" Target="/ppt/notesSlides/notesSlide1.xml" Id="R83dc6f215fec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25db84b1a4e6b" /><Relationship Type="http://schemas.openxmlformats.org/officeDocument/2006/relationships/notesSlide" Target="/ppt/notesSlides/notesSlide2.xml" Id="R8d0299b2c184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f98f2ced84e36" /><Relationship Type="http://schemas.openxmlformats.org/officeDocument/2006/relationships/notesSlide" Target="/ppt/notesSlides/notesSlide3.xml" Id="Rdb3c037cf0c4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f24c172834f96" /><Relationship Type="http://schemas.openxmlformats.org/officeDocument/2006/relationships/notesSlide" Target="/ppt/notesSlides/notesSlide4.xml" Id="R928e9e9b791745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17bee6e454735" /><Relationship Type="http://schemas.openxmlformats.org/officeDocument/2006/relationships/notesSlide" Target="/ppt/notesSlides/notesSlide5.xml" Id="R84d9833130d341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343df4957486f" /><Relationship Type="http://schemas.openxmlformats.org/officeDocument/2006/relationships/notesSlide" Target="/ppt/notesSlides/notesSlide6.xml" Id="R00ec99fae1dc46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c3100292546ea" /><Relationship Type="http://schemas.openxmlformats.org/officeDocument/2006/relationships/notesSlide" Target="/ppt/notesSlides/notesSlide7.xml" Id="Rb99d05e8049448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9448d2e57427f" /><Relationship Type="http://schemas.openxmlformats.org/officeDocument/2006/relationships/notesSlide" Target="/ppt/notesSlides/notesSlide8.xml" Id="R25e9f81094eb43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cec85db0f4315" /><Relationship Type="http://schemas.openxmlformats.org/officeDocument/2006/relationships/image" Target="/ppt/media/image.png" Id="R1e00a65a1ce843a5" /><Relationship Type="http://schemas.openxmlformats.org/officeDocument/2006/relationships/image" Target="/ppt/media/image2.png" Id="R07f602a1ffc14e4a" /><Relationship Type="http://schemas.openxmlformats.org/officeDocument/2006/relationships/image" Target="/ppt/media/image3.png" Id="Re3d89228c7fa48db" /><Relationship Type="http://schemas.openxmlformats.org/officeDocument/2006/relationships/notesSlide" Target="/ppt/notesSlides/notesSlide9.xml" Id="R419576dbebbc46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b014d7d724744" /><Relationship Type="http://schemas.openxmlformats.org/officeDocument/2006/relationships/notesSlide" Target="/ppt/notesSlides/notesSlide10.xml" Id="R6cf31f84a13e41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dfc58c4ed43ce" /><Relationship Type="http://schemas.openxmlformats.org/officeDocument/2006/relationships/notesSlide" Target="/ppt/notesSlides/notesSlide11.xml" Id="Rbf533ab0b32c42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76faa7f494a65" /><Relationship Type="http://schemas.openxmlformats.org/officeDocument/2006/relationships/notesSlide" Target="/ppt/notesSlides/notesSlide12.xml" Id="R5e61ee1e2fd84d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A4387-4DD7-4AC3-9D28-3688D445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2C3A5-8344-421B-878A-418BC56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CodePulse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60609-CDC2-4871-B91C-46A45699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ShipCheck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61DE-84E3-4A22-8686-132203DF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Finds Bill of Lading mistakes before they 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9F81B-3438-4E09-8A7A-E3210DA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Erwyna  ·  Nandhini  ·  Charvhi  ·  Riely  ·  Taabish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37823-298E-498E-9813-03B149A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AVERIS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347842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23EFA-0B57-4B56-B0B3-E5AFC99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BF528-9C2E-4557-ACEF-C31F716C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84DF2-9E20-43F0-A01E-D6BF545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39C32-1E08-4359-AC49-A0DBFC78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FBD5D-534C-4ECC-B812-02893A6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Taabish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2A812-11DC-4C25-B6B6-53BE7E4E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AB183-83A5-4052-86B8-4300A8CC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2,000 emails a day. Manual checks. The same shipping field appears under many labels.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5C33B-E9CD-4B7B-8A62-73A65CF7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541321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785EF-901A-4DA5-B653-AC8C3516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16766-EB4F-4556-B667-7741E454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7C796-74C9-4217-B116-340422C5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How ShipCheck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5AAC4-41AA-4660-8527-DE76ABC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016CF-D37B-47C9-90EC-3EA4E56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Taabish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C57B4-5EB1-490A-BD31-6377EF38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60721-BB54-4876-9B97-31DB2382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Sort  /  Read  /  Compare  /  Ask a person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F5628-448C-4394-AEEF-AAF6F06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1787847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EF8B-8173-4695-8E38-063969AF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A0E97-02BF-4E38-9E23-459176F1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A329E-F687-4D6F-9EFE-1E3A27C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966F1-806C-464B-B769-6C511B59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6A450-1871-425C-A470-13A66A0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Erwyna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F5D69-57F1-442D-8CB0-D36B332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5950A-06D7-4519-A06E-C49D464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Add the final architecture diagram and label each data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491EF-0FFB-4CB0-8BE6-57B4A583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108393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770D9-1E61-40BB-8DD6-57DDF781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D8C50-41FE-4608-AD4E-B489F217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CBB8F-78FB-4BE7-9741-60C8922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BE257-6E45-47B0-9C79-3D231208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F2F4D-3167-4A51-BA1E-DF29E53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Erwyna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272B2-E6BE-47F3-94A5-56832CCA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384FC-C317-46B1-A3F0-7FA9107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Rules handle clear cases. AI reads unfamiliar language. Code performs every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0AC7E-0220-4393-871A-286B8C0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33616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075E1-8CB8-4B95-8985-203ECD8C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5369C-0CD5-4658-9458-F8B618B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D571F-EE7B-464A-A344-00F5245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Tech stack and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4C1F8-8806-4D5B-9199-533A7EE7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B113-7C09-4789-B50A-589BE00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Erwyna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ABF13-B44B-4D40-B1D6-C387C188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BB94F-9822-4D65-A369-7ADD1F42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Add the final Hugging Face, Supabase, DeepSeek and Gemini deployment 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0BC24-64F3-4099-870E-62B3F886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2136452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B3055-A559-43AB-8CDB-63BC033A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BAEE9-CEE8-446E-B6EF-1DC1A8C6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18A23-00C9-4937-A4A4-7C6B3AD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Malay and Chinese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B4471-798C-4A4C-B2F3-AF67F929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Local wording is handled by explainable rules before the AI fallback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38A5A-D735-4EFD-BC39-8ED7B42E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EA44-08A0-48D8-ADC8-30F046D3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Nandhini + Charvhi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A1529-06AA-457B-AB8B-73EFCBDD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9112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7BC36-4DBF-4809-AA32-EA8A6125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545782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01A19-2506-4DE4-89BD-DC4FAE6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5C0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06"/>
                </a:solidFill>
                <a:latin typeface="Georgia"/>
                <a:ea typeface="Georgia"/>
                <a:cs typeface="Georgia"/>
              </a:rPr>
              <a:t>Bahasa Melayu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88C46-DFC6-4F26-BBE4-A60CA54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Pihak penghantar  →  Shipper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Penerima kiriman  →  Consignee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Pelabuhan pemuatan  →  Port of loading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Pelabuhan destinasi  →  Port of discharge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Kuantiti kontena  →  Container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A2FB4-6E56-4FED-87CE-C4E25E65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Example: “Sila semak draf bil muatan dan sahkan butirannya sepadan.”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471D8-8154-4A08-BE43-4512127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5C0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85C06"/>
                </a:solidFill>
                <a:latin typeface="Georgia"/>
                <a:ea typeface="Georgia"/>
                <a:cs typeface="Georgia"/>
              </a:rPr>
              <a:t>中文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462F6-1DE6-4D3C-B478-C9FF5B52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4333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托运人  →  Shipper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提货人  →  Consignee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起运港  →  Port of loading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目的港  →  Port of discharge</a:t>
            </a:r>
          </a:p>
          <a:p xmlns:a="http://schemas.openxmlformats.org/drawingml/2006/main">
            <a:pPr>
              <a:defRPr sz="1500" b="0">
                <a:solidFill>
                  <a:srgbClr val="1C19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集装箱数量  →  Container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83A7C-A892-425C-8ECB-E6BBC902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Example: “请比较提单和装运指示，并确认所有信息是否相符。”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9B3AB-6AEE-4B04-8513-E4C0C4F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803D"/>
                </a:solidFill>
                <a:latin typeface="Arial"/>
                <a:ea typeface="Arial"/>
                <a:cs typeface="Arial"/>
              </a:rPr>
              <a:t>14 new labels  /  10 new email phrases  /  61 automated tests passing</a:t>
            </a:r>
          </a:p>
        </p:txBody>
      </p:sp>
    </p:spTree>
    <p:extLst>
      <p:ext uri="{BB962C8B-B14F-4D97-AF65-F5344CB8AC3E}">
        <p14:creationId xmlns:p14="http://schemas.microsoft.com/office/powerpoint/2010/main" val="1201629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0902A-7684-477A-B6D1-F5503D74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F2340-2378-43E2-8AE2-4C440D5A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A6C04-5802-44DE-9964-9FD33175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5EC09-B05A-406D-9110-452F96B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7B435-1996-43EA-8FB3-DD749824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Nandhini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CB144-6753-42CA-BEDE-1267E9D1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38DD5-25FE-4A0F-BCCB-FE75B26B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100% score. 46 of 46 mistakes caught. No false alarms. Twenty cases correctly sent to a person.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99679-0A5D-4CB4-BC6C-9F0B4901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504887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678DC-BFD7-428B-B1E2-B863A70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16655-2035-4872-A366-A0BC626E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C0DFE-E728-4ADF-8325-6714B13B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Product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76B69-EAB9-42A6-B4FB-67AF77D0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A reviewer can see the decision, evidence and next action on one screen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9C212-F814-4799-9216-26CE0735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ED4F4-4B87-4345-9424-6210D8E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Charvhi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0a65a1ce843a5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6450"/>
            <a:ext cx="6858000" cy="3810000"/>
          </a:xfrm>
          <a:prstGeom xmlns:a="http://schemas.openxmlformats.org/drawingml/2006/main" prst="roundRect">
            <a:avLst>
              <a:gd name="adj" fmla="val 3500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602a1ffc14e4a"/>
          <a:srcRect xmlns:a="http://schemas.openxmlformats.org/drawingml/2006/main" l="0" t="11323" r="0" b="113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076450"/>
            <a:ext cx="3743325" cy="1809750"/>
          </a:xfrm>
          <a:prstGeom xmlns:a="http://schemas.openxmlformats.org/drawingml/2006/main" prst="roundRect">
            <a:avLst>
              <a:gd name="adj" fmla="val 7368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89228c7fa48db"/>
          <a:srcRect xmlns:a="http://schemas.openxmlformats.org/drawingml/2006/main" l="0" t="11323" r="0" b="113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4076700"/>
            <a:ext cx="3743325" cy="1809750"/>
          </a:xfrm>
          <a:prstGeom xmlns:a="http://schemas.openxmlformats.org/drawingml/2006/main" prst="roundRect">
            <a:avLst>
              <a:gd name="adj" fmla="val 7368"/>
            </a:avLst>
          </a:prstGeom>
        </p:spPr>
      </p:pic>
    </p:spTree>
    <p:extLst>
      <p:ext uri="{BB962C8B-B14F-4D97-AF65-F5344CB8AC3E}">
        <p14:creationId xmlns:p14="http://schemas.microsoft.com/office/powerpoint/2010/main" val="1088460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42D5D-57F5-4855-91AD-1A086A50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86A9E-C7CC-4199-AE64-C50D1D86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BD58C-3C21-42BF-AD46-6B5DEF9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Operational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F7727-6448-41BB-9510-6E295017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50BB0-222B-4302-88A7-0C44EE63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Riely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E78D3-CD5D-4E90-89C4-E17F38C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BF03B-5443-406E-9675-3601039C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Show the time saved and the work that remains with people.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C563E-9453-49B4-8952-4A9C8F89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1176154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A3711-14DC-4E80-A0A2-C1CC208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C9C37-227D-4715-8285-602A14F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8F6DB-4FEF-4F6C-914D-516943EC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Challenges and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3231C-7915-4E85-95BA-FC88678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F36B0-F4C2-44ED-97E5-6B2A2D91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Riely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0AE32-EDEF-420F-9C09-3968AE44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B38E3-5F0E-44DA-AB7D-46BC5376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Explain document variation, unclear cases and the rules-first fallback design.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D04E5-D3B6-41A9-B687-8E2D61CD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133804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D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BA850-4D4D-4296-B207-99C315D6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30D"/>
          </a:solidFill>
          <a:ln xmlns:a="http://schemas.openxmlformats.org/drawingml/2006/main" w="0">
            <a:solidFill>
              <a:srgbClr val="D973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4F813-9B13-425A-96F3-B36A8E75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C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C0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8CD28-703A-42E7-8F25-BFFD9F6F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2ADAC-938C-4844-A2F5-B440871F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CodePulse  /  ShipCheck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77A4-D42F-47D9-AE93-6F72AA46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8716C"/>
                </a:solidFill>
                <a:latin typeface="Arial"/>
                <a:ea typeface="Arial"/>
                <a:cs typeface="Arial"/>
              </a:rPr>
              <a:t>Riely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5D130-5DFD-418F-8069-F0D9F3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1A32B-F359-4656-A208-2048352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C191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Outlook integration, learning from reviewer corrections and more languages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F1D76-6FB2-4614-8114-5E23038F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871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716C"/>
                </a:solidFill>
                <a:latin typeface="Arial"/>
                <a:ea typeface="Arial"/>
                <a:cs typeface="Arial"/>
              </a:rPr>
              <a:t>Replace this prompt with the owner’s final content. Keep the cream background, serif heading and orange accent.</a:t>
            </a:r>
          </a:p>
        </p:txBody>
      </p:sp>
    </p:spTree>
    <p:extLst>
      <p:ext uri="{BB962C8B-B14F-4D97-AF65-F5344CB8AC3E}">
        <p14:creationId xmlns:p14="http://schemas.microsoft.com/office/powerpoint/2010/main" val="1915252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2026-09-20T04:56:55.0790000Z</dcterms:created>
  <dcterms:modified xsi:type="dcterms:W3CDTF">2026-09-20T04:56:55.0790000Z</dcterms:modified>
</coreProperties>
</file>